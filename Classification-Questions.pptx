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FA0C1-0F3B-897A-B02C-F829A1D791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807DE04-7133-7828-0A89-FD279F48AC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7342950-F93E-35FB-B954-483F4A27903B}"/>
              </a:ext>
            </a:extLst>
          </p:cNvPr>
          <p:cNvSpPr>
            <a:spLocks noGrp="1"/>
          </p:cNvSpPr>
          <p:nvPr>
            <p:ph type="dt" sz="half" idx="10"/>
          </p:nvPr>
        </p:nvSpPr>
        <p:spPr/>
        <p:txBody>
          <a:bodyPr/>
          <a:lstStyle/>
          <a:p>
            <a:fld id="{FC78CB98-A7DF-4252-91E3-D1752A0648CD}" type="datetimeFigureOut">
              <a:rPr lang="en-IN" smtClean="0"/>
              <a:t>23-03-2026</a:t>
            </a:fld>
            <a:endParaRPr lang="en-IN"/>
          </a:p>
        </p:txBody>
      </p:sp>
      <p:sp>
        <p:nvSpPr>
          <p:cNvPr id="5" name="Footer Placeholder 4">
            <a:extLst>
              <a:ext uri="{FF2B5EF4-FFF2-40B4-BE49-F238E27FC236}">
                <a16:creationId xmlns:a16="http://schemas.microsoft.com/office/drawing/2014/main" id="{31E6C7E9-715E-F0B5-0925-6985E161D8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96D304-EB92-AEB9-41DD-B0769FAE237B}"/>
              </a:ext>
            </a:extLst>
          </p:cNvPr>
          <p:cNvSpPr>
            <a:spLocks noGrp="1"/>
          </p:cNvSpPr>
          <p:nvPr>
            <p:ph type="sldNum" sz="quarter" idx="12"/>
          </p:nvPr>
        </p:nvSpPr>
        <p:spPr/>
        <p:txBody>
          <a:bodyPr/>
          <a:lstStyle/>
          <a:p>
            <a:fld id="{B6771D54-ADCA-4E87-B5B2-FF9D017A98C3}" type="slidenum">
              <a:rPr lang="en-IN" smtClean="0"/>
              <a:t>‹#›</a:t>
            </a:fld>
            <a:endParaRPr lang="en-IN"/>
          </a:p>
        </p:txBody>
      </p:sp>
    </p:spTree>
    <p:extLst>
      <p:ext uri="{BB962C8B-B14F-4D97-AF65-F5344CB8AC3E}">
        <p14:creationId xmlns:p14="http://schemas.microsoft.com/office/powerpoint/2010/main" val="1569095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8ED0E-884F-E9C0-7D5B-95443331C3D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A01B21-43E6-68A0-D08E-00004752FD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52D0CA-C6E3-3920-2A9F-09AC9925010E}"/>
              </a:ext>
            </a:extLst>
          </p:cNvPr>
          <p:cNvSpPr>
            <a:spLocks noGrp="1"/>
          </p:cNvSpPr>
          <p:nvPr>
            <p:ph type="dt" sz="half" idx="10"/>
          </p:nvPr>
        </p:nvSpPr>
        <p:spPr/>
        <p:txBody>
          <a:bodyPr/>
          <a:lstStyle/>
          <a:p>
            <a:fld id="{FC78CB98-A7DF-4252-91E3-D1752A0648CD}" type="datetimeFigureOut">
              <a:rPr lang="en-IN" smtClean="0"/>
              <a:t>23-03-2026</a:t>
            </a:fld>
            <a:endParaRPr lang="en-IN"/>
          </a:p>
        </p:txBody>
      </p:sp>
      <p:sp>
        <p:nvSpPr>
          <p:cNvPr id="5" name="Footer Placeholder 4">
            <a:extLst>
              <a:ext uri="{FF2B5EF4-FFF2-40B4-BE49-F238E27FC236}">
                <a16:creationId xmlns:a16="http://schemas.microsoft.com/office/drawing/2014/main" id="{3AE72877-665E-9787-C71A-CCC90A4E33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C3C496-96D9-3A30-69C6-90918BAB5834}"/>
              </a:ext>
            </a:extLst>
          </p:cNvPr>
          <p:cNvSpPr>
            <a:spLocks noGrp="1"/>
          </p:cNvSpPr>
          <p:nvPr>
            <p:ph type="sldNum" sz="quarter" idx="12"/>
          </p:nvPr>
        </p:nvSpPr>
        <p:spPr/>
        <p:txBody>
          <a:bodyPr/>
          <a:lstStyle/>
          <a:p>
            <a:fld id="{B6771D54-ADCA-4E87-B5B2-FF9D017A98C3}" type="slidenum">
              <a:rPr lang="en-IN" smtClean="0"/>
              <a:t>‹#›</a:t>
            </a:fld>
            <a:endParaRPr lang="en-IN"/>
          </a:p>
        </p:txBody>
      </p:sp>
    </p:spTree>
    <p:extLst>
      <p:ext uri="{BB962C8B-B14F-4D97-AF65-F5344CB8AC3E}">
        <p14:creationId xmlns:p14="http://schemas.microsoft.com/office/powerpoint/2010/main" val="2486345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C08D6-46CD-87BE-A6A0-59DEAF95A8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8D39421-D9EE-2731-EF55-A0D47F7D73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B5D715D-848C-CD93-639B-5FE927B62752}"/>
              </a:ext>
            </a:extLst>
          </p:cNvPr>
          <p:cNvSpPr>
            <a:spLocks noGrp="1"/>
          </p:cNvSpPr>
          <p:nvPr>
            <p:ph type="dt" sz="half" idx="10"/>
          </p:nvPr>
        </p:nvSpPr>
        <p:spPr/>
        <p:txBody>
          <a:bodyPr/>
          <a:lstStyle/>
          <a:p>
            <a:fld id="{FC78CB98-A7DF-4252-91E3-D1752A0648CD}" type="datetimeFigureOut">
              <a:rPr lang="en-IN" smtClean="0"/>
              <a:t>23-03-2026</a:t>
            </a:fld>
            <a:endParaRPr lang="en-IN"/>
          </a:p>
        </p:txBody>
      </p:sp>
      <p:sp>
        <p:nvSpPr>
          <p:cNvPr id="5" name="Footer Placeholder 4">
            <a:extLst>
              <a:ext uri="{FF2B5EF4-FFF2-40B4-BE49-F238E27FC236}">
                <a16:creationId xmlns:a16="http://schemas.microsoft.com/office/drawing/2014/main" id="{DDEB122A-7590-EE76-AE2D-E11DE73A69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07379F-E48B-6CEA-204E-5B60D62E2916}"/>
              </a:ext>
            </a:extLst>
          </p:cNvPr>
          <p:cNvSpPr>
            <a:spLocks noGrp="1"/>
          </p:cNvSpPr>
          <p:nvPr>
            <p:ph type="sldNum" sz="quarter" idx="12"/>
          </p:nvPr>
        </p:nvSpPr>
        <p:spPr/>
        <p:txBody>
          <a:bodyPr/>
          <a:lstStyle/>
          <a:p>
            <a:fld id="{B6771D54-ADCA-4E87-B5B2-FF9D017A98C3}" type="slidenum">
              <a:rPr lang="en-IN" smtClean="0"/>
              <a:t>‹#›</a:t>
            </a:fld>
            <a:endParaRPr lang="en-IN"/>
          </a:p>
        </p:txBody>
      </p:sp>
    </p:spTree>
    <p:extLst>
      <p:ext uri="{BB962C8B-B14F-4D97-AF65-F5344CB8AC3E}">
        <p14:creationId xmlns:p14="http://schemas.microsoft.com/office/powerpoint/2010/main" val="4071211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77625-EED8-5950-8413-8EB0EB178B8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B8D8037-B9D7-CA7A-1F44-AF350ADD35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494577B-2FE7-CBE4-94E9-21A9D529D2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07383E8-B749-895E-EBDF-40A2D3F132E5}"/>
              </a:ext>
            </a:extLst>
          </p:cNvPr>
          <p:cNvSpPr>
            <a:spLocks noGrp="1"/>
          </p:cNvSpPr>
          <p:nvPr>
            <p:ph type="dt" sz="half" idx="10"/>
          </p:nvPr>
        </p:nvSpPr>
        <p:spPr/>
        <p:txBody>
          <a:bodyPr/>
          <a:lstStyle/>
          <a:p>
            <a:fld id="{FC78CB98-A7DF-4252-91E3-D1752A0648CD}" type="datetimeFigureOut">
              <a:rPr lang="en-IN" smtClean="0"/>
              <a:t>23-03-2026</a:t>
            </a:fld>
            <a:endParaRPr lang="en-IN"/>
          </a:p>
        </p:txBody>
      </p:sp>
      <p:sp>
        <p:nvSpPr>
          <p:cNvPr id="6" name="Footer Placeholder 5">
            <a:extLst>
              <a:ext uri="{FF2B5EF4-FFF2-40B4-BE49-F238E27FC236}">
                <a16:creationId xmlns:a16="http://schemas.microsoft.com/office/drawing/2014/main" id="{7FBA771B-E5F3-7F22-31CB-D956B72F6D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2E9F9B-BAD3-02E5-7AE1-53E2690924D1}"/>
              </a:ext>
            </a:extLst>
          </p:cNvPr>
          <p:cNvSpPr>
            <a:spLocks noGrp="1"/>
          </p:cNvSpPr>
          <p:nvPr>
            <p:ph type="sldNum" sz="quarter" idx="12"/>
          </p:nvPr>
        </p:nvSpPr>
        <p:spPr/>
        <p:txBody>
          <a:bodyPr/>
          <a:lstStyle/>
          <a:p>
            <a:fld id="{B6771D54-ADCA-4E87-B5B2-FF9D017A98C3}" type="slidenum">
              <a:rPr lang="en-IN" smtClean="0"/>
              <a:t>‹#›</a:t>
            </a:fld>
            <a:endParaRPr lang="en-IN"/>
          </a:p>
        </p:txBody>
      </p:sp>
    </p:spTree>
    <p:extLst>
      <p:ext uri="{BB962C8B-B14F-4D97-AF65-F5344CB8AC3E}">
        <p14:creationId xmlns:p14="http://schemas.microsoft.com/office/powerpoint/2010/main" val="969137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FE1BE-F248-5BCD-9E73-DBE3B1DFCE0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DD2CB77-E0D1-25BB-DB00-9FC268FF04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80543B-D3AD-8854-22C7-B42A5A516C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3C20198-FE90-208D-3964-9586FB02F6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7A95C6-805F-B49C-4F73-0FF1471FDC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D3A30AD-146C-9803-C877-655AF591E2A7}"/>
              </a:ext>
            </a:extLst>
          </p:cNvPr>
          <p:cNvSpPr>
            <a:spLocks noGrp="1"/>
          </p:cNvSpPr>
          <p:nvPr>
            <p:ph type="dt" sz="half" idx="10"/>
          </p:nvPr>
        </p:nvSpPr>
        <p:spPr/>
        <p:txBody>
          <a:bodyPr/>
          <a:lstStyle/>
          <a:p>
            <a:fld id="{FC78CB98-A7DF-4252-91E3-D1752A0648CD}" type="datetimeFigureOut">
              <a:rPr lang="en-IN" smtClean="0"/>
              <a:t>23-03-2026</a:t>
            </a:fld>
            <a:endParaRPr lang="en-IN"/>
          </a:p>
        </p:txBody>
      </p:sp>
      <p:sp>
        <p:nvSpPr>
          <p:cNvPr id="8" name="Footer Placeholder 7">
            <a:extLst>
              <a:ext uri="{FF2B5EF4-FFF2-40B4-BE49-F238E27FC236}">
                <a16:creationId xmlns:a16="http://schemas.microsoft.com/office/drawing/2014/main" id="{140E3BF2-D9ED-FAA6-1021-7AED6C0879B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4BF1CE9-E5E5-C12F-F689-4496D7E53E9D}"/>
              </a:ext>
            </a:extLst>
          </p:cNvPr>
          <p:cNvSpPr>
            <a:spLocks noGrp="1"/>
          </p:cNvSpPr>
          <p:nvPr>
            <p:ph type="sldNum" sz="quarter" idx="12"/>
          </p:nvPr>
        </p:nvSpPr>
        <p:spPr/>
        <p:txBody>
          <a:bodyPr/>
          <a:lstStyle/>
          <a:p>
            <a:fld id="{B6771D54-ADCA-4E87-B5B2-FF9D017A98C3}" type="slidenum">
              <a:rPr lang="en-IN" smtClean="0"/>
              <a:t>‹#›</a:t>
            </a:fld>
            <a:endParaRPr lang="en-IN"/>
          </a:p>
        </p:txBody>
      </p:sp>
    </p:spTree>
    <p:extLst>
      <p:ext uri="{BB962C8B-B14F-4D97-AF65-F5344CB8AC3E}">
        <p14:creationId xmlns:p14="http://schemas.microsoft.com/office/powerpoint/2010/main" val="1277530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E6940-C603-8981-480E-609D8BEA11E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E0F92EE-9969-33FF-A899-09921EDC5DF0}"/>
              </a:ext>
            </a:extLst>
          </p:cNvPr>
          <p:cNvSpPr>
            <a:spLocks noGrp="1"/>
          </p:cNvSpPr>
          <p:nvPr>
            <p:ph type="dt" sz="half" idx="10"/>
          </p:nvPr>
        </p:nvSpPr>
        <p:spPr/>
        <p:txBody>
          <a:bodyPr/>
          <a:lstStyle/>
          <a:p>
            <a:fld id="{FC78CB98-A7DF-4252-91E3-D1752A0648CD}" type="datetimeFigureOut">
              <a:rPr lang="en-IN" smtClean="0"/>
              <a:t>23-03-2026</a:t>
            </a:fld>
            <a:endParaRPr lang="en-IN"/>
          </a:p>
        </p:txBody>
      </p:sp>
      <p:sp>
        <p:nvSpPr>
          <p:cNvPr id="4" name="Footer Placeholder 3">
            <a:extLst>
              <a:ext uri="{FF2B5EF4-FFF2-40B4-BE49-F238E27FC236}">
                <a16:creationId xmlns:a16="http://schemas.microsoft.com/office/drawing/2014/main" id="{28812DBC-385B-3C60-682F-660FB2ABF6A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5EE85CE-20B1-92C6-28A5-9C0E0399BF62}"/>
              </a:ext>
            </a:extLst>
          </p:cNvPr>
          <p:cNvSpPr>
            <a:spLocks noGrp="1"/>
          </p:cNvSpPr>
          <p:nvPr>
            <p:ph type="sldNum" sz="quarter" idx="12"/>
          </p:nvPr>
        </p:nvSpPr>
        <p:spPr/>
        <p:txBody>
          <a:bodyPr/>
          <a:lstStyle/>
          <a:p>
            <a:fld id="{B6771D54-ADCA-4E87-B5B2-FF9D017A98C3}" type="slidenum">
              <a:rPr lang="en-IN" smtClean="0"/>
              <a:t>‹#›</a:t>
            </a:fld>
            <a:endParaRPr lang="en-IN"/>
          </a:p>
        </p:txBody>
      </p:sp>
    </p:spTree>
    <p:extLst>
      <p:ext uri="{BB962C8B-B14F-4D97-AF65-F5344CB8AC3E}">
        <p14:creationId xmlns:p14="http://schemas.microsoft.com/office/powerpoint/2010/main" val="25258038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486624-80FF-1ED8-BE10-A67AB4595B2F}"/>
              </a:ext>
            </a:extLst>
          </p:cNvPr>
          <p:cNvSpPr>
            <a:spLocks noGrp="1"/>
          </p:cNvSpPr>
          <p:nvPr>
            <p:ph type="dt" sz="half" idx="10"/>
          </p:nvPr>
        </p:nvSpPr>
        <p:spPr/>
        <p:txBody>
          <a:bodyPr/>
          <a:lstStyle/>
          <a:p>
            <a:fld id="{FC78CB98-A7DF-4252-91E3-D1752A0648CD}" type="datetimeFigureOut">
              <a:rPr lang="en-IN" smtClean="0"/>
              <a:t>23-03-2026</a:t>
            </a:fld>
            <a:endParaRPr lang="en-IN"/>
          </a:p>
        </p:txBody>
      </p:sp>
      <p:sp>
        <p:nvSpPr>
          <p:cNvPr id="3" name="Footer Placeholder 2">
            <a:extLst>
              <a:ext uri="{FF2B5EF4-FFF2-40B4-BE49-F238E27FC236}">
                <a16:creationId xmlns:a16="http://schemas.microsoft.com/office/drawing/2014/main" id="{C6B39A58-7B8B-366A-8A80-F773C6308CA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E1D7577-6EFE-38F8-325D-2D559DEAD89E}"/>
              </a:ext>
            </a:extLst>
          </p:cNvPr>
          <p:cNvSpPr>
            <a:spLocks noGrp="1"/>
          </p:cNvSpPr>
          <p:nvPr>
            <p:ph type="sldNum" sz="quarter" idx="12"/>
          </p:nvPr>
        </p:nvSpPr>
        <p:spPr/>
        <p:txBody>
          <a:bodyPr/>
          <a:lstStyle/>
          <a:p>
            <a:fld id="{B6771D54-ADCA-4E87-B5B2-FF9D017A98C3}" type="slidenum">
              <a:rPr lang="en-IN" smtClean="0"/>
              <a:t>‹#›</a:t>
            </a:fld>
            <a:endParaRPr lang="en-IN"/>
          </a:p>
        </p:txBody>
      </p:sp>
    </p:spTree>
    <p:extLst>
      <p:ext uri="{BB962C8B-B14F-4D97-AF65-F5344CB8AC3E}">
        <p14:creationId xmlns:p14="http://schemas.microsoft.com/office/powerpoint/2010/main" val="17069183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C615F-86AE-98CC-7C83-AE329A79CF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1D49852-6056-D0AC-9AC2-C1D29F7342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B56A883-1871-EAB7-9326-33E999ACEF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97D8DF-E58A-3538-BF3F-8D8129F7F1A7}"/>
              </a:ext>
            </a:extLst>
          </p:cNvPr>
          <p:cNvSpPr>
            <a:spLocks noGrp="1"/>
          </p:cNvSpPr>
          <p:nvPr>
            <p:ph type="dt" sz="half" idx="10"/>
          </p:nvPr>
        </p:nvSpPr>
        <p:spPr/>
        <p:txBody>
          <a:bodyPr/>
          <a:lstStyle/>
          <a:p>
            <a:fld id="{FC78CB98-A7DF-4252-91E3-D1752A0648CD}" type="datetimeFigureOut">
              <a:rPr lang="en-IN" smtClean="0"/>
              <a:t>23-03-2026</a:t>
            </a:fld>
            <a:endParaRPr lang="en-IN"/>
          </a:p>
        </p:txBody>
      </p:sp>
      <p:sp>
        <p:nvSpPr>
          <p:cNvPr id="6" name="Footer Placeholder 5">
            <a:extLst>
              <a:ext uri="{FF2B5EF4-FFF2-40B4-BE49-F238E27FC236}">
                <a16:creationId xmlns:a16="http://schemas.microsoft.com/office/drawing/2014/main" id="{AF863408-2BCC-2F48-CCC2-FEF47ECE52A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2F7F244-8311-1C28-8CEB-1CC12042AB0B}"/>
              </a:ext>
            </a:extLst>
          </p:cNvPr>
          <p:cNvSpPr>
            <a:spLocks noGrp="1"/>
          </p:cNvSpPr>
          <p:nvPr>
            <p:ph type="sldNum" sz="quarter" idx="12"/>
          </p:nvPr>
        </p:nvSpPr>
        <p:spPr/>
        <p:txBody>
          <a:bodyPr/>
          <a:lstStyle/>
          <a:p>
            <a:fld id="{B6771D54-ADCA-4E87-B5B2-FF9D017A98C3}" type="slidenum">
              <a:rPr lang="en-IN" smtClean="0"/>
              <a:t>‹#›</a:t>
            </a:fld>
            <a:endParaRPr lang="en-IN"/>
          </a:p>
        </p:txBody>
      </p:sp>
    </p:spTree>
    <p:extLst>
      <p:ext uri="{BB962C8B-B14F-4D97-AF65-F5344CB8AC3E}">
        <p14:creationId xmlns:p14="http://schemas.microsoft.com/office/powerpoint/2010/main" val="281406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1D774-CF71-9BB4-DCED-28A889FFC6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3542375-2B1C-F933-CC3A-7DBFC37857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C5498CD-6A1F-D04F-F486-4ED04331E2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5C0F9D-888A-FCAE-7AA4-C11EA6B669B0}"/>
              </a:ext>
            </a:extLst>
          </p:cNvPr>
          <p:cNvSpPr>
            <a:spLocks noGrp="1"/>
          </p:cNvSpPr>
          <p:nvPr>
            <p:ph type="dt" sz="half" idx="10"/>
          </p:nvPr>
        </p:nvSpPr>
        <p:spPr/>
        <p:txBody>
          <a:bodyPr/>
          <a:lstStyle/>
          <a:p>
            <a:fld id="{FC78CB98-A7DF-4252-91E3-D1752A0648CD}" type="datetimeFigureOut">
              <a:rPr lang="en-IN" smtClean="0"/>
              <a:t>23-03-2026</a:t>
            </a:fld>
            <a:endParaRPr lang="en-IN"/>
          </a:p>
        </p:txBody>
      </p:sp>
      <p:sp>
        <p:nvSpPr>
          <p:cNvPr id="6" name="Footer Placeholder 5">
            <a:extLst>
              <a:ext uri="{FF2B5EF4-FFF2-40B4-BE49-F238E27FC236}">
                <a16:creationId xmlns:a16="http://schemas.microsoft.com/office/drawing/2014/main" id="{9085CB46-EFA7-88B1-2D72-75338E461E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A58B2F-8355-E850-8F0A-A03A92B7DB0F}"/>
              </a:ext>
            </a:extLst>
          </p:cNvPr>
          <p:cNvSpPr>
            <a:spLocks noGrp="1"/>
          </p:cNvSpPr>
          <p:nvPr>
            <p:ph type="sldNum" sz="quarter" idx="12"/>
          </p:nvPr>
        </p:nvSpPr>
        <p:spPr/>
        <p:txBody>
          <a:bodyPr/>
          <a:lstStyle/>
          <a:p>
            <a:fld id="{B6771D54-ADCA-4E87-B5B2-FF9D017A98C3}" type="slidenum">
              <a:rPr lang="en-IN" smtClean="0"/>
              <a:t>‹#›</a:t>
            </a:fld>
            <a:endParaRPr lang="en-IN"/>
          </a:p>
        </p:txBody>
      </p:sp>
    </p:spTree>
    <p:extLst>
      <p:ext uri="{BB962C8B-B14F-4D97-AF65-F5344CB8AC3E}">
        <p14:creationId xmlns:p14="http://schemas.microsoft.com/office/powerpoint/2010/main" val="733827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F4212-EE0F-FF5F-C774-75F121284E8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7CB4038-BBED-4231-18B9-405E3EF713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59FFB2-0DD4-5FC3-9AAD-45831C2031AE}"/>
              </a:ext>
            </a:extLst>
          </p:cNvPr>
          <p:cNvSpPr>
            <a:spLocks noGrp="1"/>
          </p:cNvSpPr>
          <p:nvPr>
            <p:ph type="dt" sz="half" idx="10"/>
          </p:nvPr>
        </p:nvSpPr>
        <p:spPr/>
        <p:txBody>
          <a:bodyPr/>
          <a:lstStyle/>
          <a:p>
            <a:fld id="{FC78CB98-A7DF-4252-91E3-D1752A0648CD}" type="datetimeFigureOut">
              <a:rPr lang="en-IN" smtClean="0"/>
              <a:t>23-03-2026</a:t>
            </a:fld>
            <a:endParaRPr lang="en-IN"/>
          </a:p>
        </p:txBody>
      </p:sp>
      <p:sp>
        <p:nvSpPr>
          <p:cNvPr id="5" name="Footer Placeholder 4">
            <a:extLst>
              <a:ext uri="{FF2B5EF4-FFF2-40B4-BE49-F238E27FC236}">
                <a16:creationId xmlns:a16="http://schemas.microsoft.com/office/drawing/2014/main" id="{FBC01A8D-CEB7-8CD2-353A-8769EF83DE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27753D-ECE0-42F9-DC42-CB73AAEA7DDC}"/>
              </a:ext>
            </a:extLst>
          </p:cNvPr>
          <p:cNvSpPr>
            <a:spLocks noGrp="1"/>
          </p:cNvSpPr>
          <p:nvPr>
            <p:ph type="sldNum" sz="quarter" idx="12"/>
          </p:nvPr>
        </p:nvSpPr>
        <p:spPr/>
        <p:txBody>
          <a:bodyPr/>
          <a:lstStyle/>
          <a:p>
            <a:fld id="{B6771D54-ADCA-4E87-B5B2-FF9D017A98C3}" type="slidenum">
              <a:rPr lang="en-IN" smtClean="0"/>
              <a:t>‹#›</a:t>
            </a:fld>
            <a:endParaRPr lang="en-IN"/>
          </a:p>
        </p:txBody>
      </p:sp>
    </p:spTree>
    <p:extLst>
      <p:ext uri="{BB962C8B-B14F-4D97-AF65-F5344CB8AC3E}">
        <p14:creationId xmlns:p14="http://schemas.microsoft.com/office/powerpoint/2010/main" val="3489365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A0D969-0C83-C2F8-F5EF-85012DA22EF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76294E-0563-0E80-2CB6-65E4438EFB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0166C1-5114-D2C9-E48D-207B112BE1D5}"/>
              </a:ext>
            </a:extLst>
          </p:cNvPr>
          <p:cNvSpPr>
            <a:spLocks noGrp="1"/>
          </p:cNvSpPr>
          <p:nvPr>
            <p:ph type="dt" sz="half" idx="10"/>
          </p:nvPr>
        </p:nvSpPr>
        <p:spPr/>
        <p:txBody>
          <a:bodyPr/>
          <a:lstStyle/>
          <a:p>
            <a:fld id="{FC78CB98-A7DF-4252-91E3-D1752A0648CD}" type="datetimeFigureOut">
              <a:rPr lang="en-IN" smtClean="0"/>
              <a:t>23-03-2026</a:t>
            </a:fld>
            <a:endParaRPr lang="en-IN"/>
          </a:p>
        </p:txBody>
      </p:sp>
      <p:sp>
        <p:nvSpPr>
          <p:cNvPr id="5" name="Footer Placeholder 4">
            <a:extLst>
              <a:ext uri="{FF2B5EF4-FFF2-40B4-BE49-F238E27FC236}">
                <a16:creationId xmlns:a16="http://schemas.microsoft.com/office/drawing/2014/main" id="{0BEB4830-DE4D-63AC-FD11-35988E35E4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DC4FA7-4010-E04D-C1D4-4378049376FC}"/>
              </a:ext>
            </a:extLst>
          </p:cNvPr>
          <p:cNvSpPr>
            <a:spLocks noGrp="1"/>
          </p:cNvSpPr>
          <p:nvPr>
            <p:ph type="sldNum" sz="quarter" idx="12"/>
          </p:nvPr>
        </p:nvSpPr>
        <p:spPr/>
        <p:txBody>
          <a:bodyPr/>
          <a:lstStyle/>
          <a:p>
            <a:fld id="{B6771D54-ADCA-4E87-B5B2-FF9D017A98C3}" type="slidenum">
              <a:rPr lang="en-IN" smtClean="0"/>
              <a:t>‹#›</a:t>
            </a:fld>
            <a:endParaRPr lang="en-IN"/>
          </a:p>
        </p:txBody>
      </p:sp>
    </p:spTree>
    <p:extLst>
      <p:ext uri="{BB962C8B-B14F-4D97-AF65-F5344CB8AC3E}">
        <p14:creationId xmlns:p14="http://schemas.microsoft.com/office/powerpoint/2010/main" val="706160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889CB4-F72A-CBAB-A71D-520318D8FF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BBEF371-5D2D-60F9-9191-C17D78AD6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6848B9-1B4B-294C-4764-8A8C4E7126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78CB98-A7DF-4252-91E3-D1752A0648CD}" type="datetimeFigureOut">
              <a:rPr lang="en-IN" smtClean="0"/>
              <a:t>23-03-2026</a:t>
            </a:fld>
            <a:endParaRPr lang="en-IN"/>
          </a:p>
        </p:txBody>
      </p:sp>
      <p:sp>
        <p:nvSpPr>
          <p:cNvPr id="5" name="Footer Placeholder 4">
            <a:extLst>
              <a:ext uri="{FF2B5EF4-FFF2-40B4-BE49-F238E27FC236}">
                <a16:creationId xmlns:a16="http://schemas.microsoft.com/office/drawing/2014/main" id="{DE173528-5DF9-77B9-204F-F0D9C9FBD5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BD4B9F9-3FC8-84F2-EE48-540873A939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771D54-ADCA-4E87-B5B2-FF9D017A98C3}" type="slidenum">
              <a:rPr lang="en-IN" smtClean="0"/>
              <a:t>‹#›</a:t>
            </a:fld>
            <a:endParaRPr lang="en-IN"/>
          </a:p>
        </p:txBody>
      </p:sp>
    </p:spTree>
    <p:extLst>
      <p:ext uri="{BB962C8B-B14F-4D97-AF65-F5344CB8AC3E}">
        <p14:creationId xmlns:p14="http://schemas.microsoft.com/office/powerpoint/2010/main" val="29495864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8C504-03E0-A2BC-DCC7-ECD79598ACD9}"/>
              </a:ext>
            </a:extLst>
          </p:cNvPr>
          <p:cNvSpPr>
            <a:spLocks noGrp="1"/>
          </p:cNvSpPr>
          <p:nvPr>
            <p:ph type="ctrTitle"/>
          </p:nvPr>
        </p:nvSpPr>
        <p:spPr/>
        <p:txBody>
          <a:bodyPr>
            <a:normAutofit/>
          </a:bodyPr>
          <a:lstStyle/>
          <a:p>
            <a:r>
              <a:rPr lang="en-US" sz="4800" b="1" dirty="0"/>
              <a:t>Classification Interview questions</a:t>
            </a:r>
            <a:br>
              <a:rPr lang="en-US" sz="3600" dirty="0"/>
            </a:br>
            <a:endParaRPr lang="en-IN" sz="3600" dirty="0"/>
          </a:p>
        </p:txBody>
      </p:sp>
    </p:spTree>
    <p:extLst>
      <p:ext uri="{BB962C8B-B14F-4D97-AF65-F5344CB8AC3E}">
        <p14:creationId xmlns:p14="http://schemas.microsoft.com/office/powerpoint/2010/main" val="3443938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FC15D-D335-E897-AF67-6CCCF247B2CE}"/>
              </a:ext>
            </a:extLst>
          </p:cNvPr>
          <p:cNvSpPr>
            <a:spLocks noGrp="1"/>
          </p:cNvSpPr>
          <p:nvPr>
            <p:ph type="title"/>
          </p:nvPr>
        </p:nvSpPr>
        <p:spPr>
          <a:xfrm>
            <a:off x="631723" y="414286"/>
            <a:ext cx="10515600" cy="5140940"/>
          </a:xfrm>
        </p:spPr>
        <p:txBody>
          <a:bodyPr>
            <a:noAutofit/>
          </a:bodyPr>
          <a:lstStyle/>
          <a:p>
            <a:br>
              <a:rPr lang="en-US" sz="2000" b="1" dirty="0">
                <a:effectLst/>
              </a:rPr>
            </a:br>
            <a:r>
              <a:rPr lang="en-US" sz="2000" b="1" dirty="0">
                <a:effectLst/>
              </a:rPr>
              <a:t>Q: What is the overall performance of the Decision Tree model?</a:t>
            </a:r>
            <a:r>
              <a:rPr lang="en-US" sz="2000" dirty="0">
                <a:effectLst/>
              </a:rPr>
              <a:t> </a:t>
            </a:r>
            <a:r>
              <a:rPr lang="en-US" sz="2000" b="1" dirty="0">
                <a:effectLst/>
              </a:rPr>
              <a:t>A:</a:t>
            </a:r>
            <a:r>
              <a:rPr lang="en-US" sz="2000" dirty="0">
                <a:effectLst/>
              </a:rPr>
              <a:t> The overall performance can be summarized by </a:t>
            </a:r>
            <a:r>
              <a:rPr lang="en-US" sz="2000" b="1" dirty="0">
                <a:effectLst/>
              </a:rPr>
              <a:t>accuracy</a:t>
            </a:r>
            <a:r>
              <a:rPr lang="en-US" sz="2000" dirty="0">
                <a:effectLst/>
              </a:rPr>
              <a:t>, which measures the proportion of correctly classified samples out of the total. However, accuracy alone can be misleading if the dataset is imbalanced, so precision, recall, and F1-score should also be considered.</a:t>
            </a:r>
            <a:br>
              <a:rPr lang="en-US" sz="2000" dirty="0">
                <a:effectLst/>
              </a:rPr>
            </a:br>
            <a:br>
              <a:rPr lang="en-US" sz="2000" dirty="0"/>
            </a:br>
            <a:r>
              <a:rPr lang="en-US" sz="2000" b="1" dirty="0">
                <a:effectLst/>
              </a:rPr>
              <a:t>Q: What does the recall for the "Not Purchased" class represent?</a:t>
            </a:r>
            <a:r>
              <a:rPr lang="en-US" sz="2000" dirty="0">
                <a:effectLst/>
              </a:rPr>
              <a:t> </a:t>
            </a:r>
            <a:r>
              <a:rPr lang="en-US" sz="2000" b="1" dirty="0">
                <a:effectLst/>
              </a:rPr>
              <a:t>A:</a:t>
            </a:r>
            <a:r>
              <a:rPr lang="en-US" sz="2000" dirty="0">
                <a:effectLst/>
              </a:rPr>
              <a:t> Recall for "Not Purchased" indicates the proportion of actual "Not Purchased" customers that the model correctly identified. High recall means the model is good at capturing most of the true negatives.</a:t>
            </a:r>
            <a:br>
              <a:rPr lang="en-US" sz="2000" dirty="0">
                <a:effectLst/>
              </a:rPr>
            </a:br>
            <a:br>
              <a:rPr lang="en-US" sz="2000" dirty="0"/>
            </a:br>
            <a:r>
              <a:rPr lang="en-US" sz="2000" b="1" dirty="0">
                <a:effectLst/>
              </a:rPr>
              <a:t>Q: Why is F1-score important compared to accuracy?</a:t>
            </a:r>
            <a:r>
              <a:rPr lang="en-US" sz="2000" dirty="0">
                <a:effectLst/>
              </a:rPr>
              <a:t> </a:t>
            </a:r>
            <a:r>
              <a:rPr lang="en-US" sz="2000" b="1" dirty="0">
                <a:effectLst/>
              </a:rPr>
              <a:t>A:</a:t>
            </a:r>
            <a:r>
              <a:rPr lang="en-US" sz="2000" dirty="0">
                <a:effectLst/>
              </a:rPr>
              <a:t> F1-score balances precision and recall. It’s especially important in imbalanced datasets where accuracy may look high but the model fails to capture minority classes.</a:t>
            </a:r>
            <a:br>
              <a:rPr lang="en-US" sz="2000" dirty="0">
                <a:effectLst/>
              </a:rPr>
            </a:br>
            <a:br>
              <a:rPr lang="en-US" sz="2000" dirty="0">
                <a:effectLst/>
              </a:rPr>
            </a:br>
            <a:r>
              <a:rPr lang="en-US" sz="2000" b="1" dirty="0">
                <a:effectLst/>
              </a:rPr>
              <a:t>Q: What does "support" mean in the classification report?</a:t>
            </a:r>
            <a:r>
              <a:rPr lang="en-US" sz="2000" dirty="0">
                <a:effectLst/>
              </a:rPr>
              <a:t> </a:t>
            </a:r>
            <a:r>
              <a:rPr lang="en-US" sz="2000" b="1" dirty="0">
                <a:effectLst/>
              </a:rPr>
              <a:t>A:</a:t>
            </a:r>
            <a:r>
              <a:rPr lang="en-US" sz="2000" dirty="0">
                <a:effectLst/>
              </a:rPr>
              <a:t> Support is the number of actual occurrences of each class in the dataset. It helps contextualize precision and recall by showing how many samples contributed to those metrics.</a:t>
            </a:r>
            <a:br>
              <a:rPr lang="en-US" sz="2000" dirty="0">
                <a:effectLst/>
              </a:rPr>
            </a:br>
            <a:br>
              <a:rPr lang="en-US" sz="2000" dirty="0"/>
            </a:br>
            <a:endParaRPr lang="en-IN" sz="2000" dirty="0"/>
          </a:p>
        </p:txBody>
      </p:sp>
    </p:spTree>
    <p:extLst>
      <p:ext uri="{BB962C8B-B14F-4D97-AF65-F5344CB8AC3E}">
        <p14:creationId xmlns:p14="http://schemas.microsoft.com/office/powerpoint/2010/main" val="2419592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C9E1A-AF58-BB51-1A0B-4B5D59A1B994}"/>
              </a:ext>
            </a:extLst>
          </p:cNvPr>
          <p:cNvSpPr>
            <a:spLocks noGrp="1"/>
          </p:cNvSpPr>
          <p:nvPr>
            <p:ph type="title"/>
          </p:nvPr>
        </p:nvSpPr>
        <p:spPr>
          <a:xfrm>
            <a:off x="838200" y="609601"/>
            <a:ext cx="10515600" cy="5673212"/>
          </a:xfrm>
        </p:spPr>
        <p:txBody>
          <a:bodyPr>
            <a:noAutofit/>
          </a:bodyPr>
          <a:lstStyle/>
          <a:p>
            <a:r>
              <a:rPr lang="en-US" sz="2000" b="1" dirty="0"/>
              <a:t>Q: How would you evaluate a model beyond the classification report?</a:t>
            </a:r>
            <a:r>
              <a:rPr lang="en-US" sz="2000" dirty="0"/>
              <a:t> </a:t>
            </a:r>
            <a:r>
              <a:rPr lang="en-US" sz="2000" b="1" dirty="0"/>
              <a:t>A:</a:t>
            </a:r>
            <a:r>
              <a:rPr lang="en-US" sz="2000" dirty="0"/>
              <a:t> By using a </a:t>
            </a:r>
            <a:r>
              <a:rPr lang="en-US" sz="2000" b="1" dirty="0"/>
              <a:t>confusion matrix</a:t>
            </a:r>
            <a:r>
              <a:rPr lang="en-US" sz="2000" dirty="0"/>
              <a:t> to see misclassification patterns, </a:t>
            </a:r>
            <a:r>
              <a:rPr lang="en-US" sz="2000" b="1" dirty="0"/>
              <a:t>ROC-AUC</a:t>
            </a:r>
            <a:r>
              <a:rPr lang="en-US" sz="2000" dirty="0"/>
              <a:t> for binary classification, and </a:t>
            </a:r>
            <a:r>
              <a:rPr lang="en-US" sz="2000" b="1" dirty="0"/>
              <a:t>cross-validation</a:t>
            </a:r>
            <a:r>
              <a:rPr lang="en-US" sz="2000" dirty="0"/>
              <a:t> to ensure stability across different data splits.</a:t>
            </a:r>
            <a:br>
              <a:rPr lang="en-US" sz="2000" dirty="0"/>
            </a:br>
            <a:br>
              <a:rPr lang="en-US" sz="2000" b="1" dirty="0"/>
            </a:br>
            <a:r>
              <a:rPr lang="en-US" sz="2000" b="1" dirty="0"/>
              <a:t>Q: If precision is high but recall is low, what does that mean?</a:t>
            </a:r>
            <a:r>
              <a:rPr lang="en-US" sz="2000" dirty="0"/>
              <a:t> </a:t>
            </a:r>
            <a:r>
              <a:rPr lang="en-US" sz="2000" b="1" dirty="0"/>
              <a:t>A:</a:t>
            </a:r>
            <a:r>
              <a:rPr lang="en-US" sz="2000" dirty="0"/>
              <a:t> The model is conservative — it predicts fewer positives, but those predictions are mostly correct. However, it misses many actual positives.</a:t>
            </a:r>
            <a:br>
              <a:rPr lang="en-US" sz="2000" dirty="0"/>
            </a:br>
            <a:br>
              <a:rPr lang="en-US" sz="2000" dirty="0"/>
            </a:br>
            <a:r>
              <a:rPr lang="en-US" sz="2000" b="1" dirty="0"/>
              <a:t>Q: How do you handle imbalanced datasets in classification?</a:t>
            </a:r>
            <a:r>
              <a:rPr lang="en-US" sz="2000" dirty="0"/>
              <a:t> </a:t>
            </a:r>
            <a:r>
              <a:rPr lang="en-US" sz="2000" b="1" dirty="0"/>
              <a:t>A:</a:t>
            </a:r>
            <a:r>
              <a:rPr lang="en-US" sz="2000" dirty="0"/>
              <a:t> Techniques include resampling (oversampling minority, </a:t>
            </a:r>
            <a:r>
              <a:rPr lang="en-US" sz="2000" dirty="0" err="1"/>
              <a:t>undersampling</a:t>
            </a:r>
            <a:r>
              <a:rPr lang="en-US" sz="2000" dirty="0"/>
              <a:t> majority), using class weights, or applying algorithms like SMOTE.</a:t>
            </a:r>
            <a:br>
              <a:rPr lang="en-US" sz="2000" dirty="0"/>
            </a:br>
            <a:br>
              <a:rPr lang="en-US" sz="2000" dirty="0"/>
            </a:br>
            <a:r>
              <a:rPr lang="en-US" sz="2000" b="1" dirty="0"/>
              <a:t>Q: Why might weighted average F1-score be more reliable than macro average in business applications?</a:t>
            </a:r>
            <a:r>
              <a:rPr lang="en-US" sz="2000" dirty="0"/>
              <a:t> </a:t>
            </a:r>
            <a:r>
              <a:rPr lang="en-US" sz="2000" b="1" dirty="0"/>
              <a:t>A:</a:t>
            </a:r>
            <a:r>
              <a:rPr lang="en-US" sz="2000" dirty="0"/>
              <a:t> Because weighted average reflects the real distribution of classes, making it more representative of overall performance in imbalanced datasets.</a:t>
            </a:r>
            <a:br>
              <a:rPr lang="en-US" sz="2000" dirty="0"/>
            </a:br>
            <a:br>
              <a:rPr lang="en-US" sz="2000" dirty="0"/>
            </a:br>
            <a:endParaRPr lang="en-IN" sz="2000" dirty="0"/>
          </a:p>
        </p:txBody>
      </p:sp>
    </p:spTree>
    <p:extLst>
      <p:ext uri="{BB962C8B-B14F-4D97-AF65-F5344CB8AC3E}">
        <p14:creationId xmlns:p14="http://schemas.microsoft.com/office/powerpoint/2010/main" val="2849758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0A286-0A80-0DA5-7960-E6C7BB5B32F3}"/>
              </a:ext>
            </a:extLst>
          </p:cNvPr>
          <p:cNvSpPr>
            <a:spLocks noGrp="1"/>
          </p:cNvSpPr>
          <p:nvPr>
            <p:ph type="title"/>
          </p:nvPr>
        </p:nvSpPr>
        <p:spPr>
          <a:xfrm>
            <a:off x="838200" y="365125"/>
            <a:ext cx="10515600" cy="4256036"/>
          </a:xfrm>
        </p:spPr>
        <p:txBody>
          <a:bodyPr>
            <a:noAutofit/>
          </a:bodyPr>
          <a:lstStyle/>
          <a:p>
            <a:r>
              <a:rPr lang="en-US" sz="2000" b="1" dirty="0"/>
              <a:t>Q: What is the difference between macro average and weighted average?</a:t>
            </a:r>
            <a:r>
              <a:rPr lang="en-US" sz="2000" dirty="0"/>
              <a:t> </a:t>
            </a:r>
            <a:r>
              <a:rPr lang="en-US" sz="2000" b="1" dirty="0"/>
              <a:t>A:</a:t>
            </a:r>
            <a:br>
              <a:rPr lang="en-US" sz="2000" dirty="0"/>
            </a:br>
            <a:r>
              <a:rPr lang="en-US" sz="2000" b="1" dirty="0"/>
              <a:t>Macro average</a:t>
            </a:r>
            <a:r>
              <a:rPr lang="en-US" sz="2000" dirty="0"/>
              <a:t>: Treats all classes equally by averaging metrics across classes without considering class size.</a:t>
            </a:r>
            <a:br>
              <a:rPr lang="en-US" sz="2000" dirty="0"/>
            </a:br>
            <a:r>
              <a:rPr lang="en-US" sz="2000" b="1" dirty="0"/>
              <a:t>Weighted average</a:t>
            </a:r>
            <a:r>
              <a:rPr lang="en-US" sz="2000" dirty="0"/>
              <a:t>: Accounts for class imbalance by weighting each class’s metric by its support.</a:t>
            </a:r>
            <a:br>
              <a:rPr lang="en-US" sz="2000" dirty="0"/>
            </a:br>
            <a:br>
              <a:rPr lang="en-US" sz="2000" dirty="0"/>
            </a:br>
            <a:r>
              <a:rPr lang="en-US" sz="2000" b="1" dirty="0"/>
              <a:t>Q: Can accuracy ever be misleading? Give an example.</a:t>
            </a:r>
            <a:r>
              <a:rPr lang="en-US" sz="2000" dirty="0"/>
              <a:t> </a:t>
            </a:r>
            <a:r>
              <a:rPr lang="en-US" sz="2000" b="1" dirty="0"/>
              <a:t>A:</a:t>
            </a:r>
            <a:r>
              <a:rPr lang="en-US" sz="2000" dirty="0"/>
              <a:t> Yes. In a dataset where 95% of customers did not purchase, a model that always predicts "Not Purchased" will have 95% accuracy but 0% recall for the "Purchased" class.</a:t>
            </a:r>
            <a:br>
              <a:rPr lang="en-US" sz="2000" dirty="0"/>
            </a:br>
            <a:br>
              <a:rPr lang="en-US" sz="2000" dirty="0"/>
            </a:br>
            <a:endParaRPr lang="en-IN" sz="2000" dirty="0"/>
          </a:p>
        </p:txBody>
      </p:sp>
    </p:spTree>
    <p:extLst>
      <p:ext uri="{BB962C8B-B14F-4D97-AF65-F5344CB8AC3E}">
        <p14:creationId xmlns:p14="http://schemas.microsoft.com/office/powerpoint/2010/main" val="4195805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483</Words>
  <Application>Microsoft Office PowerPoint</Application>
  <PresentationFormat>Widescreen</PresentationFormat>
  <Paragraphs>4</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Classification Interview questions </vt:lpstr>
      <vt:lpstr> Q: What is the overall performance of the Decision Tree model? A: The overall performance can be summarized by accuracy, which measures the proportion of correctly classified samples out of the total. However, accuracy alone can be misleading if the dataset is imbalanced, so precision, recall, and F1-score should also be considered.  Q: What does the recall for the "Not Purchased" class represent? A: Recall for "Not Purchased" indicates the proportion of actual "Not Purchased" customers that the model correctly identified. High recall means the model is good at capturing most of the true negatives.  Q: Why is F1-score important compared to accuracy? A: F1-score balances precision and recall. It’s especially important in imbalanced datasets where accuracy may look high but the model fails to capture minority classes.  Q: What does "support" mean in the classification report? A: Support is the number of actual occurrences of each class in the dataset. It helps contextualize precision and recall by showing how many samples contributed to those metrics.  </vt:lpstr>
      <vt:lpstr>Q: How would you evaluate a model beyond the classification report? A: By using a confusion matrix to see misclassification patterns, ROC-AUC for binary classification, and cross-validation to ensure stability across different data splits.  Q: If precision is high but recall is low, what does that mean? A: The model is conservative — it predicts fewer positives, but those predictions are mostly correct. However, it misses many actual positives.  Q: How do you handle imbalanced datasets in classification? A: Techniques include resampling (oversampling minority, undersampling majority), using class weights, or applying algorithms like SMOTE.  Q: Why might weighted average F1-score be more reliable than macro average in business applications? A: Because weighted average reflects the real distribution of classes, making it more representative of overall performance in imbalanced datasets.  </vt:lpstr>
      <vt:lpstr>Q: What is the difference between macro average and weighted average? A: Macro average: Treats all classes equally by averaging metrics across classes without considering class size. Weighted average: Accounts for class imbalance by weighting each class’s metric by its support.  Q: Can accuracy ever be misleading? Give an example. A: Yes. In a dataset where 95% of customers did not purchase, a model that always predicts "Not Purchased" will have 95% accuracy but 0% recall for the "Purchased" class.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Palani Kumar M</dc:creator>
  <cp:lastModifiedBy>Palani Kumar M</cp:lastModifiedBy>
  <cp:revision>1</cp:revision>
  <dcterms:created xsi:type="dcterms:W3CDTF">2026-03-23T13:43:35Z</dcterms:created>
  <dcterms:modified xsi:type="dcterms:W3CDTF">2026-03-23T14:00:32Z</dcterms:modified>
</cp:coreProperties>
</file>